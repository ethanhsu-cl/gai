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/>
    <p:restoredTop sz="96301"/>
  </p:normalViewPr>
  <p:slideViewPr>
    <p:cSldViewPr snapToGrid="0">
      <p:cViewPr varScale="1">
        <p:scale>
          <a:sx n="127" d="100"/>
          <a:sy n="127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399" y="773778"/>
            <a:ext cx="5760000" cy="57600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  <a:lvl2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2pPr>
            <a:lvl3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3pPr>
            <a:lvl4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4pPr>
            <a:lvl5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9602" y="773778"/>
            <a:ext cx="5760000" cy="57600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  <a:lvl2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2pPr>
            <a:lvl3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3pPr>
            <a:lvl4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4pPr>
            <a:lvl5pPr>
              <a:defRPr baseline="0">
                <a:latin typeface="Arial" panose="020B0604020202020204" pitchFamily="34" charset="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T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5178287" y="0"/>
            <a:ext cx="91771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baseline="0" dirty="0">
                <a:latin typeface="Arial" panose="020B0604020202020204" pitchFamily="34" charset="0"/>
                <a:ea typeface="Microsoft JhengHei" panose="020B0604030504040204" pitchFamily="34" charset="-120"/>
              </a:rP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6096001" y="0"/>
            <a:ext cx="91771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baseline="0" dirty="0">
                <a:latin typeface="Arial" panose="020B0604020202020204" pitchFamily="34" charset="0"/>
                <a:ea typeface="Microsoft JhengHei" panose="020B0604030504040204" pitchFamily="34" charset="-120"/>
              </a:rPr>
              <a:t>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4862" y="-11668"/>
            <a:ext cx="4970330" cy="762000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0000"/>
                </a:solidFill>
                <a:latin typeface="Arial" panose="020B0604020202020204" pitchFamily="34" charset="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2026/5/18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4.3:8000/kling/" TargetMode="Externa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059934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59611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Pass符合prompt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Pass不合prompt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1751DC-0CF9-BEAD-E72D-87BB8E52D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7A8A1-B87F-EA9B-7A12-C73D9C897F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8014A-C576-99A3-8996-07D47F9E2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9</cp:revision>
  <dcterms:created xsi:type="dcterms:W3CDTF">2025-08-12T02:08:36Z</dcterms:created>
  <dcterms:modified xsi:type="dcterms:W3CDTF">2026-05-18T01:36:44Z</dcterms:modified>
</cp:coreProperties>
</file>